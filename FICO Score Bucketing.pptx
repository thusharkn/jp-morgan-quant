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028C03-C221-4C09-969B-E4E693C1BAA9}">
  <a:tblStyle styleId="{3F028C03-C221-4C09-969B-E4E693C1BA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7650131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7650131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7650131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765013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47650131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47650131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47650131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47650131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47650131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47650131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47650131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47650131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47650131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47650131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47650131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47650131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47650131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47650131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FICO Score Bucketing for Mortgage Default Risk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Quant Internship – Credit Risk Modeling (Task 4)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Context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Mortgage portfolio risk assessment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estimate probability of default (PD)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architecture requires categorical inputs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bucket FICO Scores?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FICO is continuous (300–850)</a:t>
            </a:r>
            <a:br>
              <a:rPr lang="en"/>
            </a:br>
            <a:endParaRPr/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Models require discrete categories</a:t>
            </a:r>
            <a:br>
              <a:rPr lang="en"/>
            </a:br>
            <a:endParaRPr/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Bucketing improves: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Interpretability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Stability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Regulatory acceptance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Definition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FICO score + default indicator</a:t>
            </a:r>
            <a:br>
              <a:rPr lang="en"/>
            </a:br>
            <a:endParaRPr/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Output: Credit rating bucket</a:t>
            </a:r>
            <a:br>
              <a:rPr lang="en"/>
            </a:br>
            <a:endParaRPr/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Constraints: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Contiguous FICO ranges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Lower rating = better credit</a:t>
            </a:r>
            <a:br>
              <a:rPr lang="en"/>
            </a:b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PD must be monotonic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Overview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 bucketing as a quantization problem</a:t>
            </a:r>
            <a:br>
              <a:rPr lang="en"/>
            </a:br>
            <a:endParaRPr/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Evaluate two methods: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Baseline (equal-frequency)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Optimized (log-likelihood)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Likelihood-Based Bucketing (Concept)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bucket modeled as a Bernoulli default process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PD estimated as defaults / observations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Objective: maximize total log-likelihood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Method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One-dimensional segmentation of FICO scores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programming to find optimal boundaries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Aggregation by FICO score for efficiency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Rating Map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8" name="Google Shape;98;p20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{3F028C03-C221-4C09-969B-E4E693C1BAA9}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Rating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FICO Range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PD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408–520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66%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521–580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581–640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641–696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697–850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4.6%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separation of credit risk by FICO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FICO → lower PD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Buckets are stable and interpretable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Bucketing enables categorical PD modeling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 generalizes to future portfolios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Ready for integration into mortgage PD pipeline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